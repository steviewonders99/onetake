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2852400"/>
  <p:notesSz cx="6858000" cy="9144000"/>
  <p:embeddedFontLst>
    <p:embeddedFont>
      <p:font typeface="Agrandir" charset="1" panose="00000500000000000000"/>
      <p:regular r:id="rId7"/>
    </p:embeddedFont>
    <p:embeddedFont>
      <p:font typeface="Impact" charset="1" panose="020B0806030902050204"/>
      <p:regular r:id="rId8"/>
    </p:embeddedFont>
    <p:embeddedFont>
      <p:font typeface="Poppins" charset="1" panose="00000500000000000000"/>
      <p:regular r:id="rId9"/>
    </p:embeddedFont>
    <p:embeddedFont>
      <p:font typeface="Poppins Bold" charset="1" panose="00000800000000000000"/>
      <p:regular r:id="rId10"/>
    </p:embeddedFont>
    <p:embeddedFont>
      <p:font typeface="Agrandir Bold" charset="1" panose="000008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403" t="-3603" r="-44295" b="-23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30604" y="-535874"/>
            <a:ext cx="6639041" cy="14741904"/>
            <a:chOff x="0" y="0"/>
            <a:chExt cx="2083231" cy="4625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83231" cy="4625787"/>
            </a:xfrm>
            <a:custGeom>
              <a:avLst/>
              <a:gdLst/>
              <a:ahLst/>
              <a:cxnLst/>
              <a:rect r="r" b="b" t="t" l="l"/>
              <a:pathLst>
                <a:path h="4625787" w="2083231">
                  <a:moveTo>
                    <a:pt x="0" y="0"/>
                  </a:moveTo>
                  <a:lnTo>
                    <a:pt x="2083231" y="0"/>
                  </a:lnTo>
                  <a:lnTo>
                    <a:pt x="2083231" y="4625787"/>
                  </a:lnTo>
                  <a:lnTo>
                    <a:pt x="0" y="4625787"/>
                  </a:lnTo>
                  <a:close/>
                </a:path>
              </a:pathLst>
            </a:custGeom>
            <a:gradFill rotWithShape="true">
              <a:gsLst>
                <a:gs pos="0">
                  <a:srgbClr val="213A63">
                    <a:alpha val="100000"/>
                  </a:srgbClr>
                </a:gs>
                <a:gs pos="100000">
                  <a:srgbClr val="213A63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83231" cy="466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440" y="-358145"/>
            <a:ext cx="6639041" cy="14741904"/>
            <a:chOff x="0" y="0"/>
            <a:chExt cx="2083231" cy="46257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231" cy="4625787"/>
            </a:xfrm>
            <a:custGeom>
              <a:avLst/>
              <a:gdLst/>
              <a:ahLst/>
              <a:cxnLst/>
              <a:rect r="r" b="b" t="t" l="l"/>
              <a:pathLst>
                <a:path h="4625787" w="2083231">
                  <a:moveTo>
                    <a:pt x="0" y="0"/>
                  </a:moveTo>
                  <a:lnTo>
                    <a:pt x="2083231" y="0"/>
                  </a:lnTo>
                  <a:lnTo>
                    <a:pt x="2083231" y="4625787"/>
                  </a:lnTo>
                  <a:lnTo>
                    <a:pt x="0" y="4625787"/>
                  </a:lnTo>
                  <a:close/>
                </a:path>
              </a:pathLst>
            </a:custGeom>
            <a:gradFill rotWithShape="true">
              <a:gsLst>
                <a:gs pos="0">
                  <a:srgbClr val="213A63">
                    <a:alpha val="100000"/>
                  </a:srgbClr>
                </a:gs>
                <a:gs pos="100000">
                  <a:srgbClr val="213A63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83231" cy="466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1472292" y="2234179"/>
            <a:ext cx="6639041" cy="14741904"/>
            <a:chOff x="0" y="0"/>
            <a:chExt cx="2083231" cy="46257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83231" cy="4625787"/>
            </a:xfrm>
            <a:custGeom>
              <a:avLst/>
              <a:gdLst/>
              <a:ahLst/>
              <a:cxnLst/>
              <a:rect r="r" b="b" t="t" l="l"/>
              <a:pathLst>
                <a:path h="4625787" w="2083231">
                  <a:moveTo>
                    <a:pt x="0" y="0"/>
                  </a:moveTo>
                  <a:lnTo>
                    <a:pt x="2083231" y="0"/>
                  </a:lnTo>
                  <a:lnTo>
                    <a:pt x="2083231" y="4625787"/>
                  </a:lnTo>
                  <a:lnTo>
                    <a:pt x="0" y="4625787"/>
                  </a:lnTo>
                  <a:close/>
                </a:path>
              </a:pathLst>
            </a:custGeom>
            <a:gradFill rotWithShape="true">
              <a:gsLst>
                <a:gs pos="0">
                  <a:srgbClr val="213A63">
                    <a:alpha val="100000"/>
                  </a:srgbClr>
                </a:gs>
                <a:gs pos="100000">
                  <a:srgbClr val="213A63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83231" cy="466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400000">
            <a:off x="2888917" y="3408670"/>
            <a:ext cx="6639041" cy="14741904"/>
            <a:chOff x="0" y="0"/>
            <a:chExt cx="2083231" cy="4625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83231" cy="4625787"/>
            </a:xfrm>
            <a:custGeom>
              <a:avLst/>
              <a:gdLst/>
              <a:ahLst/>
              <a:cxnLst/>
              <a:rect r="r" b="b" t="t" l="l"/>
              <a:pathLst>
                <a:path h="4625787" w="2083231">
                  <a:moveTo>
                    <a:pt x="0" y="0"/>
                  </a:moveTo>
                  <a:lnTo>
                    <a:pt x="2083231" y="0"/>
                  </a:lnTo>
                  <a:lnTo>
                    <a:pt x="2083231" y="4625787"/>
                  </a:lnTo>
                  <a:lnTo>
                    <a:pt x="0" y="4625787"/>
                  </a:lnTo>
                  <a:close/>
                </a:path>
              </a:pathLst>
            </a:custGeom>
            <a:gradFill rotWithShape="true">
              <a:gsLst>
                <a:gs pos="0">
                  <a:srgbClr val="213A63">
                    <a:alpha val="100000"/>
                  </a:srgbClr>
                </a:gs>
                <a:gs pos="100000">
                  <a:srgbClr val="213A63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83231" cy="4663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42975" y="2122166"/>
            <a:ext cx="2989685" cy="113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6"/>
              </a:lnSpc>
            </a:pPr>
            <a:r>
              <a:rPr lang="en-US" sz="5776" spc="98">
                <a:solidFill>
                  <a:srgbClr val="FFFDFD"/>
                </a:solidFill>
                <a:latin typeface="Agrandir"/>
                <a:ea typeface="Agrandir"/>
                <a:cs typeface="Agrandir"/>
                <a:sym typeface="Agrandir"/>
              </a:rPr>
              <a:t>We Are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2975" y="2612708"/>
            <a:ext cx="7010996" cy="2584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64"/>
              </a:lnSpc>
            </a:pPr>
            <a:r>
              <a:rPr lang="en-US" sz="13545">
                <a:solidFill>
                  <a:srgbClr val="FFFDFD"/>
                </a:solidFill>
                <a:latin typeface="Impact"/>
                <a:ea typeface="Impact"/>
                <a:cs typeface="Impact"/>
                <a:sym typeface="Impact"/>
              </a:rPr>
              <a:t>Hiring!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50214" y="996562"/>
            <a:ext cx="425743" cy="408713"/>
          </a:xfrm>
          <a:custGeom>
            <a:avLst/>
            <a:gdLst/>
            <a:ahLst/>
            <a:cxnLst/>
            <a:rect r="r" b="b" t="t" l="l"/>
            <a:pathLst>
              <a:path h="408713" w="425743">
                <a:moveTo>
                  <a:pt x="0" y="0"/>
                </a:moveTo>
                <a:lnTo>
                  <a:pt x="425743" y="0"/>
                </a:lnTo>
                <a:lnTo>
                  <a:pt x="425743" y="408713"/>
                </a:lnTo>
                <a:lnTo>
                  <a:pt x="0" y="4087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50214" y="4890760"/>
            <a:ext cx="4746606" cy="749111"/>
            <a:chOff x="0" y="0"/>
            <a:chExt cx="1489413" cy="2350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89413" cy="235060"/>
            </a:xfrm>
            <a:custGeom>
              <a:avLst/>
              <a:gdLst/>
              <a:ahLst/>
              <a:cxnLst/>
              <a:rect r="r" b="b" t="t" l="l"/>
              <a:pathLst>
                <a:path h="235060" w="1489413">
                  <a:moveTo>
                    <a:pt x="0" y="0"/>
                  </a:moveTo>
                  <a:lnTo>
                    <a:pt x="1489413" y="0"/>
                  </a:lnTo>
                  <a:lnTo>
                    <a:pt x="1489413" y="235060"/>
                  </a:lnTo>
                  <a:lnTo>
                    <a:pt x="0" y="235060"/>
                  </a:lnTo>
                  <a:close/>
                </a:path>
              </a:pathLst>
            </a:custGeom>
            <a:gradFill rotWithShape="true">
              <a:gsLst>
                <a:gs pos="0">
                  <a:srgbClr val="FFF61E">
                    <a:alpha val="100000"/>
                  </a:srgbClr>
                </a:gs>
                <a:gs pos="100000">
                  <a:srgbClr val="FFF61E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489413" cy="2731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91697" y="11026260"/>
            <a:ext cx="2673408" cy="30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646">
                <a:solidFill>
                  <a:srgbClr val="FFFDFD"/>
                </a:solidFill>
                <a:latin typeface="Poppins"/>
                <a:ea typeface="Poppins"/>
                <a:cs typeface="Poppins"/>
                <a:sym typeface="Poppins"/>
              </a:rPr>
              <a:t>Our Phone: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1697" y="11291626"/>
            <a:ext cx="2193822" cy="30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561" spc="118" b="true">
                <a:solidFill>
                  <a:srgbClr val="FFFDFD"/>
                </a:solidFill>
                <a:latin typeface="Poppins Bold"/>
                <a:ea typeface="Poppins Bold"/>
                <a:cs typeface="Poppins Bold"/>
                <a:sym typeface="Poppins Bold"/>
              </a:rPr>
              <a:t>+123-456-7890</a:t>
            </a:r>
          </a:p>
        </p:txBody>
      </p:sp>
      <p:sp>
        <p:nvSpPr>
          <p:cNvPr name="Freeform 23" id="23"/>
          <p:cNvSpPr/>
          <p:nvPr/>
        </p:nvSpPr>
        <p:spPr>
          <a:xfrm flipH="true" flipV="false" rot="0">
            <a:off x="935088" y="11145670"/>
            <a:ext cx="390333" cy="390333"/>
          </a:xfrm>
          <a:custGeom>
            <a:avLst/>
            <a:gdLst/>
            <a:ahLst/>
            <a:cxnLst/>
            <a:rect r="r" b="b" t="t" l="l"/>
            <a:pathLst>
              <a:path h="390333" w="390333">
                <a:moveTo>
                  <a:pt x="390333" y="0"/>
                </a:moveTo>
                <a:lnTo>
                  <a:pt x="0" y="0"/>
                </a:lnTo>
                <a:lnTo>
                  <a:pt x="0" y="390333"/>
                </a:lnTo>
                <a:lnTo>
                  <a:pt x="390333" y="390333"/>
                </a:lnTo>
                <a:lnTo>
                  <a:pt x="39033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562967" y="11198748"/>
            <a:ext cx="374810" cy="374810"/>
          </a:xfrm>
          <a:custGeom>
            <a:avLst/>
            <a:gdLst/>
            <a:ahLst/>
            <a:cxnLst/>
            <a:rect r="r" b="b" t="t" l="l"/>
            <a:pathLst>
              <a:path h="374810" w="374810">
                <a:moveTo>
                  <a:pt x="0" y="0"/>
                </a:moveTo>
                <a:lnTo>
                  <a:pt x="374810" y="0"/>
                </a:lnTo>
                <a:lnTo>
                  <a:pt x="374810" y="374810"/>
                </a:lnTo>
                <a:lnTo>
                  <a:pt x="0" y="3748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50214" y="6548298"/>
            <a:ext cx="1196165" cy="654628"/>
          </a:xfrm>
          <a:custGeom>
            <a:avLst/>
            <a:gdLst/>
            <a:ahLst/>
            <a:cxnLst/>
            <a:rect r="r" b="b" t="t" l="l"/>
            <a:pathLst>
              <a:path h="654628" w="1196165">
                <a:moveTo>
                  <a:pt x="0" y="0"/>
                </a:moveTo>
                <a:lnTo>
                  <a:pt x="1196165" y="0"/>
                </a:lnTo>
                <a:lnTo>
                  <a:pt x="1196165" y="654629"/>
                </a:lnTo>
                <a:lnTo>
                  <a:pt x="0" y="6546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11119" y="985630"/>
            <a:ext cx="1812398" cy="41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2"/>
              </a:lnSpc>
            </a:pPr>
            <a:r>
              <a:rPr lang="en-US" sz="2087" spc="118">
                <a:solidFill>
                  <a:srgbClr val="FFFDFD"/>
                </a:solidFill>
                <a:latin typeface="Agrandir"/>
                <a:ea typeface="Agrandir"/>
                <a:cs typeface="Agrandir"/>
                <a:sym typeface="Agrandir"/>
              </a:rPr>
              <a:t>Borcelle.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8598" y="4990982"/>
            <a:ext cx="3285387" cy="487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5"/>
              </a:lnSpc>
            </a:pPr>
            <a:r>
              <a:rPr lang="en-US" sz="2396" spc="136" b="true">
                <a:solidFill>
                  <a:srgbClr val="213A63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Content Creator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5088" y="10539073"/>
            <a:ext cx="3513385" cy="3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6"/>
              </a:lnSpc>
            </a:pPr>
            <a:r>
              <a:rPr lang="en-US" sz="1949" b="true">
                <a:solidFill>
                  <a:srgbClr val="FFFDFD"/>
                </a:solidFill>
                <a:latin typeface="Poppins Bold"/>
                <a:ea typeface="Poppins Bold"/>
                <a:cs typeface="Poppins Bold"/>
                <a:sym typeface="Poppins Bold"/>
              </a:rPr>
              <a:t>Send your CV + portfolio to: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20593" y="11041687"/>
            <a:ext cx="2673408" cy="30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646">
                <a:solidFill>
                  <a:srgbClr val="FFFDFD"/>
                </a:solidFill>
                <a:latin typeface="Poppins"/>
                <a:ea typeface="Poppins"/>
                <a:cs typeface="Poppins"/>
                <a:sym typeface="Poppins"/>
              </a:rPr>
              <a:t>Our Social: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20593" y="11307053"/>
            <a:ext cx="2193822" cy="30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561" spc="118" b="true">
                <a:solidFill>
                  <a:srgbClr val="FFFDFD"/>
                </a:solidFill>
                <a:latin typeface="Poppins Bold"/>
                <a:ea typeface="Poppins Bold"/>
                <a:cs typeface="Poppins Bold"/>
                <a:sym typeface="Poppins Bold"/>
              </a:rPr>
              <a:t>@reallygreatsite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8242065" y="669248"/>
            <a:ext cx="1196165" cy="654628"/>
          </a:xfrm>
          <a:custGeom>
            <a:avLst/>
            <a:gdLst/>
            <a:ahLst/>
            <a:cxnLst/>
            <a:rect r="r" b="b" t="t" l="l"/>
            <a:pathLst>
              <a:path h="654628" w="1196165">
                <a:moveTo>
                  <a:pt x="0" y="0"/>
                </a:moveTo>
                <a:lnTo>
                  <a:pt x="1196165" y="0"/>
                </a:lnTo>
                <a:lnTo>
                  <a:pt x="1196165" y="654628"/>
                </a:lnTo>
                <a:lnTo>
                  <a:pt x="0" y="6546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8242065" y="11058839"/>
            <a:ext cx="1196165" cy="654628"/>
          </a:xfrm>
          <a:custGeom>
            <a:avLst/>
            <a:gdLst/>
            <a:ahLst/>
            <a:cxnLst/>
            <a:rect r="r" b="b" t="t" l="l"/>
            <a:pathLst>
              <a:path h="654628" w="1196165">
                <a:moveTo>
                  <a:pt x="0" y="0"/>
                </a:moveTo>
                <a:lnTo>
                  <a:pt x="1196165" y="0"/>
                </a:lnTo>
                <a:lnTo>
                  <a:pt x="1196165" y="654628"/>
                </a:lnTo>
                <a:lnTo>
                  <a:pt x="0" y="65462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DAHG21nYVhg</dc:identifier>
  <dcterms:modified xsi:type="dcterms:W3CDTF">2011-08-01T06:04:30Z</dcterms:modified>
  <cp:revision>1</cp:revision>
  <dc:title>Blue and Yellow Modern Professional We Are Hiring Instagram Post</dc:title>
</cp:coreProperties>
</file>