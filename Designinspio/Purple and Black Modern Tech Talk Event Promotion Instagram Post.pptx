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2852400"/>
  <p:notesSz cx="6858000" cy="9144000"/>
  <p:embeddedFontLst>
    <p:embeddedFont>
      <p:font typeface="TT Fors" charset="1" panose="020B0003030001020000"/>
      <p:regular r:id="rId7"/>
    </p:embeddedFont>
    <p:embeddedFont>
      <p:font typeface="TT Fors Bold" charset="1" panose="020B000303000102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102077"/>
            <a:ext cx="8229600" cy="6727973"/>
            <a:chOff x="0" y="0"/>
            <a:chExt cx="682224" cy="5577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2224" cy="557741"/>
            </a:xfrm>
            <a:custGeom>
              <a:avLst/>
              <a:gdLst/>
              <a:ahLst/>
              <a:cxnLst/>
              <a:rect r="r" b="b" t="t" l="l"/>
              <a:pathLst>
                <a:path h="557741" w="682224">
                  <a:moveTo>
                    <a:pt x="66793" y="0"/>
                  </a:moveTo>
                  <a:lnTo>
                    <a:pt x="615432" y="0"/>
                  </a:lnTo>
                  <a:cubicBezTo>
                    <a:pt x="652320" y="0"/>
                    <a:pt x="682224" y="29904"/>
                    <a:pt x="682224" y="66793"/>
                  </a:cubicBezTo>
                  <a:lnTo>
                    <a:pt x="682224" y="490948"/>
                  </a:lnTo>
                  <a:cubicBezTo>
                    <a:pt x="682224" y="527837"/>
                    <a:pt x="652320" y="557741"/>
                    <a:pt x="615432" y="557741"/>
                  </a:cubicBezTo>
                  <a:lnTo>
                    <a:pt x="66793" y="557741"/>
                  </a:lnTo>
                  <a:cubicBezTo>
                    <a:pt x="49078" y="557741"/>
                    <a:pt x="32089" y="550704"/>
                    <a:pt x="19563" y="538178"/>
                  </a:cubicBezTo>
                  <a:cubicBezTo>
                    <a:pt x="7037" y="525652"/>
                    <a:pt x="0" y="508663"/>
                    <a:pt x="0" y="490948"/>
                  </a:cubicBezTo>
                  <a:lnTo>
                    <a:pt x="0" y="66793"/>
                  </a:lnTo>
                  <a:cubicBezTo>
                    <a:pt x="0" y="29904"/>
                    <a:pt x="29904" y="0"/>
                    <a:pt x="66793" y="0"/>
                  </a:cubicBezTo>
                  <a:close/>
                </a:path>
              </a:pathLst>
            </a:custGeom>
            <a:blipFill>
              <a:blip r:embed="rId2"/>
              <a:stretch>
                <a:fillRect l="-20521" t="0" r="-20521" b="-15015"/>
              </a:stretch>
            </a:blipFill>
            <a:ln w="19050" cap="rnd">
              <a:gradFill>
                <a:gsLst>
                  <a:gs pos="0">
                    <a:srgbClr val="FFFEFE">
                      <a:alpha val="100000"/>
                    </a:srgbClr>
                  </a:gs>
                  <a:gs pos="50000">
                    <a:srgbClr val="191D6B">
                      <a:alpha val="5500"/>
                    </a:srgbClr>
                  </a:gs>
                  <a:gs pos="100000">
                    <a:srgbClr val="FFFEFE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626650" y="10877313"/>
            <a:ext cx="5017568" cy="1274470"/>
            <a:chOff x="0" y="0"/>
            <a:chExt cx="3323660" cy="8442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23660" cy="844215"/>
            </a:xfrm>
            <a:custGeom>
              <a:avLst/>
              <a:gdLst/>
              <a:ahLst/>
              <a:cxnLst/>
              <a:rect r="r" b="b" t="t" l="l"/>
              <a:pathLst>
                <a:path h="844215" w="3323660">
                  <a:moveTo>
                    <a:pt x="154296" y="0"/>
                  </a:moveTo>
                  <a:lnTo>
                    <a:pt x="3169364" y="0"/>
                  </a:lnTo>
                  <a:cubicBezTo>
                    <a:pt x="3210286" y="0"/>
                    <a:pt x="3249531" y="16256"/>
                    <a:pt x="3278468" y="45192"/>
                  </a:cubicBezTo>
                  <a:cubicBezTo>
                    <a:pt x="3307404" y="74128"/>
                    <a:pt x="3323660" y="113374"/>
                    <a:pt x="3323660" y="154296"/>
                  </a:cubicBezTo>
                  <a:lnTo>
                    <a:pt x="3323660" y="689918"/>
                  </a:lnTo>
                  <a:cubicBezTo>
                    <a:pt x="3323660" y="730840"/>
                    <a:pt x="3307404" y="770086"/>
                    <a:pt x="3278468" y="799022"/>
                  </a:cubicBezTo>
                  <a:cubicBezTo>
                    <a:pt x="3249531" y="827958"/>
                    <a:pt x="3210286" y="844215"/>
                    <a:pt x="3169364" y="844215"/>
                  </a:cubicBezTo>
                  <a:lnTo>
                    <a:pt x="154296" y="844215"/>
                  </a:lnTo>
                  <a:cubicBezTo>
                    <a:pt x="113374" y="844215"/>
                    <a:pt x="74128" y="827958"/>
                    <a:pt x="45192" y="799022"/>
                  </a:cubicBezTo>
                  <a:cubicBezTo>
                    <a:pt x="16256" y="770086"/>
                    <a:pt x="0" y="730840"/>
                    <a:pt x="0" y="689918"/>
                  </a:cubicBezTo>
                  <a:lnTo>
                    <a:pt x="0" y="154296"/>
                  </a:lnTo>
                  <a:cubicBezTo>
                    <a:pt x="0" y="113374"/>
                    <a:pt x="16256" y="74128"/>
                    <a:pt x="45192" y="45192"/>
                  </a:cubicBezTo>
                  <a:cubicBezTo>
                    <a:pt x="74128" y="16256"/>
                    <a:pt x="113374" y="0"/>
                    <a:pt x="1542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8BED4">
                    <a:alpha val="100000"/>
                  </a:srgbClr>
                </a:gs>
                <a:gs pos="50000">
                  <a:srgbClr val="FA37A1">
                    <a:alpha val="100000"/>
                  </a:srgbClr>
                </a:gs>
                <a:gs pos="100000">
                  <a:srgbClr val="A60CF3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323660" cy="872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3080096" y="11212965"/>
            <a:ext cx="2140778" cy="577323"/>
            <a:chOff x="0" y="0"/>
            <a:chExt cx="1812539" cy="4888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2539" cy="488804"/>
            </a:xfrm>
            <a:custGeom>
              <a:avLst/>
              <a:gdLst/>
              <a:ahLst/>
              <a:cxnLst/>
              <a:rect r="r" b="b" t="t" l="l"/>
              <a:pathLst>
                <a:path h="488804" w="1812539">
                  <a:moveTo>
                    <a:pt x="244402" y="0"/>
                  </a:moveTo>
                  <a:lnTo>
                    <a:pt x="1568137" y="0"/>
                  </a:lnTo>
                  <a:cubicBezTo>
                    <a:pt x="1632957" y="0"/>
                    <a:pt x="1695121" y="25749"/>
                    <a:pt x="1740956" y="71584"/>
                  </a:cubicBezTo>
                  <a:cubicBezTo>
                    <a:pt x="1786790" y="117418"/>
                    <a:pt x="1812539" y="179583"/>
                    <a:pt x="1812539" y="244402"/>
                  </a:cubicBezTo>
                  <a:lnTo>
                    <a:pt x="1812539" y="244402"/>
                  </a:lnTo>
                  <a:cubicBezTo>
                    <a:pt x="1812539" y="309221"/>
                    <a:pt x="1786790" y="371386"/>
                    <a:pt x="1740956" y="417220"/>
                  </a:cubicBezTo>
                  <a:cubicBezTo>
                    <a:pt x="1695121" y="463055"/>
                    <a:pt x="1632957" y="488804"/>
                    <a:pt x="1568137" y="488804"/>
                  </a:cubicBezTo>
                  <a:lnTo>
                    <a:pt x="244402" y="488804"/>
                  </a:lnTo>
                  <a:cubicBezTo>
                    <a:pt x="179583" y="488804"/>
                    <a:pt x="117418" y="463055"/>
                    <a:pt x="71584" y="417220"/>
                  </a:cubicBezTo>
                  <a:cubicBezTo>
                    <a:pt x="25749" y="371386"/>
                    <a:pt x="0" y="309221"/>
                    <a:pt x="0" y="244402"/>
                  </a:cubicBezTo>
                  <a:lnTo>
                    <a:pt x="0" y="244402"/>
                  </a:lnTo>
                  <a:cubicBezTo>
                    <a:pt x="0" y="179583"/>
                    <a:pt x="25749" y="117418"/>
                    <a:pt x="71584" y="71584"/>
                  </a:cubicBezTo>
                  <a:cubicBezTo>
                    <a:pt x="117418" y="25749"/>
                    <a:pt x="179583" y="0"/>
                    <a:pt x="244402" y="0"/>
                  </a:cubicBezTo>
                  <a:close/>
                </a:path>
              </a:pathLst>
            </a:custGeom>
            <a:solidFill>
              <a:srgbClr val="FEFEFE"/>
            </a:soli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12539" cy="517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47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665003" y="11348990"/>
            <a:ext cx="336927" cy="336927"/>
          </a:xfrm>
          <a:custGeom>
            <a:avLst/>
            <a:gdLst/>
            <a:ahLst/>
            <a:cxnLst/>
            <a:rect r="r" b="b" t="t" l="l"/>
            <a:pathLst>
              <a:path h="336927" w="336927">
                <a:moveTo>
                  <a:pt x="0" y="0"/>
                </a:moveTo>
                <a:lnTo>
                  <a:pt x="336927" y="0"/>
                </a:lnTo>
                <a:lnTo>
                  <a:pt x="336927" y="336928"/>
                </a:lnTo>
                <a:lnTo>
                  <a:pt x="0" y="3369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650460" y="11311159"/>
            <a:ext cx="389725" cy="389725"/>
          </a:xfrm>
          <a:custGeom>
            <a:avLst/>
            <a:gdLst/>
            <a:ahLst/>
            <a:cxnLst/>
            <a:rect r="r" b="b" t="t" l="l"/>
            <a:pathLst>
              <a:path h="389725" w="389725">
                <a:moveTo>
                  <a:pt x="0" y="0"/>
                </a:moveTo>
                <a:lnTo>
                  <a:pt x="389724" y="0"/>
                </a:lnTo>
                <a:lnTo>
                  <a:pt x="389724" y="389725"/>
                </a:lnTo>
                <a:lnTo>
                  <a:pt x="0" y="3897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806450"/>
            <a:ext cx="331376" cy="320989"/>
          </a:xfrm>
          <a:custGeom>
            <a:avLst/>
            <a:gdLst/>
            <a:ahLst/>
            <a:cxnLst/>
            <a:rect r="r" b="b" t="t" l="l"/>
            <a:pathLst>
              <a:path h="320989" w="331376">
                <a:moveTo>
                  <a:pt x="0" y="0"/>
                </a:moveTo>
                <a:lnTo>
                  <a:pt x="331376" y="0"/>
                </a:lnTo>
                <a:lnTo>
                  <a:pt x="331376" y="320989"/>
                </a:lnTo>
                <a:lnTo>
                  <a:pt x="0" y="3209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221376"/>
            <a:ext cx="7584182" cy="126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01"/>
              </a:lnSpc>
            </a:pPr>
            <a:r>
              <a:rPr lang="en-US" sz="10110" spc="-242">
                <a:solidFill>
                  <a:srgbClr val="FEFEFE"/>
                </a:solidFill>
                <a:latin typeface="TT Fors"/>
                <a:ea typeface="TT Fors"/>
                <a:cs typeface="TT Fors"/>
                <a:sym typeface="TT Fors"/>
              </a:rPr>
              <a:t>TECH TALK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90046" y="897792"/>
            <a:ext cx="1601456" cy="22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0"/>
              </a:lnSpc>
            </a:pPr>
            <a:r>
              <a:rPr lang="en-US" sz="1848">
                <a:solidFill>
                  <a:srgbClr val="FEFEFE"/>
                </a:solidFill>
                <a:latin typeface="TT Fors"/>
                <a:ea typeface="TT Fors"/>
                <a:cs typeface="TT Fors"/>
                <a:sym typeface="TT Fors"/>
              </a:rPr>
              <a:t>Liceria &amp; Co.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68605" y="815975"/>
            <a:ext cx="1946440" cy="203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79"/>
              </a:lnSpc>
            </a:pPr>
            <a:r>
              <a:rPr lang="en-US" sz="1458" spc="43">
                <a:solidFill>
                  <a:srgbClr val="FEFEFE"/>
                </a:solidFill>
                <a:latin typeface="TT Fors"/>
                <a:ea typeface="TT Fors"/>
                <a:cs typeface="TT Fors"/>
                <a:sym typeface="TT Fors"/>
              </a:rPr>
              <a:t>@reallygreatsite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81671" y="11363238"/>
            <a:ext cx="1901751" cy="276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sz="1832" spc="54">
                <a:solidFill>
                  <a:srgbClr val="0E0E0E"/>
                </a:solidFill>
                <a:latin typeface="TT Fors"/>
                <a:ea typeface="TT Fors"/>
                <a:cs typeface="TT Fors"/>
                <a:sym typeface="TT Fors"/>
              </a:rPr>
              <a:t>REGISTER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73930" y="11488669"/>
            <a:ext cx="1441714" cy="212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6"/>
              </a:lnSpc>
              <a:spcBef>
                <a:spcPct val="0"/>
              </a:spcBef>
            </a:pPr>
            <a:r>
              <a:rPr lang="en-US" sz="1269">
                <a:solidFill>
                  <a:srgbClr val="FEFEFE"/>
                </a:solidFill>
                <a:latin typeface="TT Fors"/>
                <a:ea typeface="TT Fors"/>
                <a:cs typeface="TT Fors"/>
                <a:sym typeface="TT Fors"/>
              </a:rPr>
              <a:t>+123-456-7890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73930" y="11282584"/>
            <a:ext cx="1441714" cy="200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9"/>
              </a:lnSpc>
              <a:spcBef>
                <a:spcPct val="0"/>
              </a:spcBef>
            </a:pPr>
            <a:r>
              <a:rPr lang="en-US" b="true" sz="1135">
                <a:solidFill>
                  <a:srgbClr val="FEFEFE"/>
                </a:solidFill>
                <a:latin typeface="TT Fors Bold"/>
                <a:ea typeface="TT Fors Bold"/>
                <a:cs typeface="TT Fors Bold"/>
                <a:sym typeface="TT Fors Bold"/>
              </a:rPr>
              <a:t>TELEPHONE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515745"/>
            <a:ext cx="7584182" cy="1277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93"/>
              </a:lnSpc>
            </a:pPr>
            <a:r>
              <a:rPr lang="en-US" sz="10210" spc="-245">
                <a:gradFill>
                  <a:gsLst>
                    <a:gs pos="0">
                      <a:srgbClr val="F8BED4">
                        <a:alpha val="100000"/>
                      </a:srgbClr>
                    </a:gs>
                    <a:gs pos="50000">
                      <a:srgbClr val="FA37A1">
                        <a:alpha val="100000"/>
                      </a:srgbClr>
                    </a:gs>
                    <a:gs pos="100000">
                      <a:srgbClr val="A60CF3">
                        <a:alpha val="100000"/>
                      </a:srgbClr>
                    </a:gs>
                  </a:gsLst>
                  <a:lin ang="0"/>
                </a:gradFill>
                <a:latin typeface="TT Fors"/>
                <a:ea typeface="TT Fors"/>
                <a:cs typeface="TT Fors"/>
                <a:sym typeface="TT Fors"/>
              </a:rPr>
              <a:t>EVENT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DAHG29RakIU</dc:identifier>
  <dcterms:modified xsi:type="dcterms:W3CDTF">2011-08-01T06:04:30Z</dcterms:modified>
  <cp:revision>1</cp:revision>
  <dc:title>Purple and Black Modern Tech Talk Event Promotion Instagram Post</dc:title>
</cp:coreProperties>
</file>