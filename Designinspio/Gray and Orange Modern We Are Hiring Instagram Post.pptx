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2852400"/>
  <p:notesSz cx="6858000" cy="9144000"/>
  <p:embeddedFontLst>
    <p:embeddedFont>
      <p:font typeface="Montserrat Ultra-Bold" charset="1" panose="00000900000000000000"/>
      <p:regular r:id="rId7"/>
    </p:embeddedFont>
    <p:embeddedFont>
      <p:font typeface="Montserrat Bold" charset="1" panose="000008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75894" y="1898763"/>
            <a:ext cx="4125456" cy="6739138"/>
            <a:chOff x="0" y="0"/>
            <a:chExt cx="1086540" cy="17749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86540" cy="1774917"/>
            </a:xfrm>
            <a:custGeom>
              <a:avLst/>
              <a:gdLst/>
              <a:ahLst/>
              <a:cxnLst/>
              <a:rect r="r" b="b" t="t" l="l"/>
              <a:pathLst>
                <a:path h="1774917" w="1086540">
                  <a:moveTo>
                    <a:pt x="187662" y="0"/>
                  </a:moveTo>
                  <a:lnTo>
                    <a:pt x="898878" y="0"/>
                  </a:lnTo>
                  <a:cubicBezTo>
                    <a:pt x="948649" y="0"/>
                    <a:pt x="996381" y="19771"/>
                    <a:pt x="1031575" y="54965"/>
                  </a:cubicBezTo>
                  <a:cubicBezTo>
                    <a:pt x="1066768" y="90158"/>
                    <a:pt x="1086540" y="137891"/>
                    <a:pt x="1086540" y="187662"/>
                  </a:cubicBezTo>
                  <a:lnTo>
                    <a:pt x="1086540" y="1587255"/>
                  </a:lnTo>
                  <a:cubicBezTo>
                    <a:pt x="1086540" y="1637026"/>
                    <a:pt x="1066768" y="1684758"/>
                    <a:pt x="1031575" y="1719952"/>
                  </a:cubicBezTo>
                  <a:cubicBezTo>
                    <a:pt x="996381" y="1755145"/>
                    <a:pt x="948649" y="1774917"/>
                    <a:pt x="898878" y="1774917"/>
                  </a:cubicBezTo>
                  <a:lnTo>
                    <a:pt x="187662" y="1774917"/>
                  </a:lnTo>
                  <a:cubicBezTo>
                    <a:pt x="84019" y="1774917"/>
                    <a:pt x="0" y="1690898"/>
                    <a:pt x="0" y="1587255"/>
                  </a:cubicBezTo>
                  <a:lnTo>
                    <a:pt x="0" y="187662"/>
                  </a:lnTo>
                  <a:cubicBezTo>
                    <a:pt x="0" y="84019"/>
                    <a:pt x="84019" y="0"/>
                    <a:pt x="187662" y="0"/>
                  </a:cubicBezTo>
                  <a:close/>
                </a:path>
              </a:pathLst>
            </a:custGeom>
            <a:solidFill>
              <a:srgbClr val="FF822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86540" cy="1813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75894" y="-5124131"/>
            <a:ext cx="4125456" cy="6739138"/>
            <a:chOff x="0" y="0"/>
            <a:chExt cx="1086540" cy="17749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6540" cy="1774917"/>
            </a:xfrm>
            <a:custGeom>
              <a:avLst/>
              <a:gdLst/>
              <a:ahLst/>
              <a:cxnLst/>
              <a:rect r="r" b="b" t="t" l="l"/>
              <a:pathLst>
                <a:path h="1774917" w="1086540">
                  <a:moveTo>
                    <a:pt x="187662" y="0"/>
                  </a:moveTo>
                  <a:lnTo>
                    <a:pt x="898878" y="0"/>
                  </a:lnTo>
                  <a:cubicBezTo>
                    <a:pt x="948649" y="0"/>
                    <a:pt x="996381" y="19771"/>
                    <a:pt x="1031575" y="54965"/>
                  </a:cubicBezTo>
                  <a:cubicBezTo>
                    <a:pt x="1066768" y="90158"/>
                    <a:pt x="1086540" y="137891"/>
                    <a:pt x="1086540" y="187662"/>
                  </a:cubicBezTo>
                  <a:lnTo>
                    <a:pt x="1086540" y="1587255"/>
                  </a:lnTo>
                  <a:cubicBezTo>
                    <a:pt x="1086540" y="1637026"/>
                    <a:pt x="1066768" y="1684758"/>
                    <a:pt x="1031575" y="1719952"/>
                  </a:cubicBezTo>
                  <a:cubicBezTo>
                    <a:pt x="996381" y="1755145"/>
                    <a:pt x="948649" y="1774917"/>
                    <a:pt x="898878" y="1774917"/>
                  </a:cubicBezTo>
                  <a:lnTo>
                    <a:pt x="187662" y="1774917"/>
                  </a:lnTo>
                  <a:cubicBezTo>
                    <a:pt x="84019" y="1774917"/>
                    <a:pt x="0" y="1690898"/>
                    <a:pt x="0" y="1587255"/>
                  </a:cubicBezTo>
                  <a:lnTo>
                    <a:pt x="0" y="187662"/>
                  </a:lnTo>
                  <a:cubicBezTo>
                    <a:pt x="0" y="84019"/>
                    <a:pt x="84019" y="0"/>
                    <a:pt x="187662" y="0"/>
                  </a:cubicBezTo>
                  <a:close/>
                </a:path>
              </a:pathLst>
            </a:custGeom>
            <a:ln w="190500" cap="rnd">
              <a:solidFill>
                <a:srgbClr val="FF8225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86540" cy="1813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7297" y="7907983"/>
            <a:ext cx="5644108" cy="6739138"/>
            <a:chOff x="0" y="0"/>
            <a:chExt cx="1486514" cy="17749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86514" cy="1774917"/>
            </a:xfrm>
            <a:custGeom>
              <a:avLst/>
              <a:gdLst/>
              <a:ahLst/>
              <a:cxnLst/>
              <a:rect r="r" b="b" t="t" l="l"/>
              <a:pathLst>
                <a:path h="1774917" w="1486514">
                  <a:moveTo>
                    <a:pt x="137168" y="0"/>
                  </a:moveTo>
                  <a:lnTo>
                    <a:pt x="1349346" y="0"/>
                  </a:lnTo>
                  <a:cubicBezTo>
                    <a:pt x="1425102" y="0"/>
                    <a:pt x="1486514" y="61412"/>
                    <a:pt x="1486514" y="137168"/>
                  </a:cubicBezTo>
                  <a:lnTo>
                    <a:pt x="1486514" y="1637749"/>
                  </a:lnTo>
                  <a:cubicBezTo>
                    <a:pt x="1486514" y="1713505"/>
                    <a:pt x="1425102" y="1774917"/>
                    <a:pt x="1349346" y="1774917"/>
                  </a:cubicBezTo>
                  <a:lnTo>
                    <a:pt x="137168" y="1774917"/>
                  </a:lnTo>
                  <a:cubicBezTo>
                    <a:pt x="61412" y="1774917"/>
                    <a:pt x="0" y="1713505"/>
                    <a:pt x="0" y="1637749"/>
                  </a:cubicBezTo>
                  <a:lnTo>
                    <a:pt x="0" y="137168"/>
                  </a:lnTo>
                  <a:cubicBezTo>
                    <a:pt x="0" y="61412"/>
                    <a:pt x="61412" y="0"/>
                    <a:pt x="137168" y="0"/>
                  </a:cubicBezTo>
                  <a:close/>
                </a:path>
              </a:pathLst>
            </a:custGeom>
            <a:ln w="190500" cap="rnd">
              <a:solidFill>
                <a:srgbClr val="FF8225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86514" cy="1813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397576" y="2713628"/>
            <a:ext cx="6656332" cy="10801350"/>
          </a:xfrm>
          <a:custGeom>
            <a:avLst/>
            <a:gdLst/>
            <a:ahLst/>
            <a:cxnLst/>
            <a:rect r="r" b="b" t="t" l="l"/>
            <a:pathLst>
              <a:path h="10801350" w="6656332">
                <a:moveTo>
                  <a:pt x="0" y="0"/>
                </a:moveTo>
                <a:lnTo>
                  <a:pt x="6656332" y="0"/>
                </a:lnTo>
                <a:lnTo>
                  <a:pt x="6656332" y="10801350"/>
                </a:lnTo>
                <a:lnTo>
                  <a:pt x="0" y="10801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2809574"/>
            <a:ext cx="5273819" cy="225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77"/>
              </a:lnSpc>
            </a:pPr>
            <a:r>
              <a:rPr lang="en-US" b="true" sz="9530" spc="-571">
                <a:solidFill>
                  <a:srgbClr val="FF8225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WE ARE HIRING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782607"/>
            <a:ext cx="5273819" cy="1706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7"/>
              </a:lnSpc>
            </a:pPr>
            <a:r>
              <a:rPr lang="en-US" b="true" sz="5031" spc="-100">
                <a:solidFill>
                  <a:srgbClr val="11111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PROFESSIONAL </a:t>
            </a:r>
            <a:r>
              <a:rPr lang="en-US" b="true" sz="5031" spc="-100">
                <a:solidFill>
                  <a:srgbClr val="FF82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GRAPHIC</a:t>
            </a:r>
          </a:p>
          <a:p>
            <a:pPr algn="l">
              <a:lnSpc>
                <a:spcPts val="4377"/>
              </a:lnSpc>
            </a:pPr>
            <a:r>
              <a:rPr lang="en-US" b="true" sz="5031" spc="-100">
                <a:solidFill>
                  <a:srgbClr val="FF822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DESIGNER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719782"/>
            <a:ext cx="3447796" cy="3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b="true" sz="3289" spc="-65">
                <a:solidFill>
                  <a:srgbClr val="11111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SALFORD &amp; CO.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DAHG21bSawg</dc:identifier>
  <dcterms:modified xsi:type="dcterms:W3CDTF">2011-08-01T06:04:30Z</dcterms:modified>
  <cp:revision>1</cp:revision>
  <dc:title>Gray and Orange Modern We Are Hiring Instagram Post</dc:title>
</cp:coreProperties>
</file>