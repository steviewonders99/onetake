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Gotham Bold" charset="1" panose="00000000000000000000"/>
      <p:regular r:id="rId7"/>
    </p:embeddedFont>
    <p:embeddedFont>
      <p:font typeface="Gotham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jpe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0EE9">
                <a:alpha val="100000"/>
              </a:srgbClr>
            </a:gs>
            <a:gs pos="100000">
              <a:srgbClr val="FF00E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4854" y="4564241"/>
            <a:ext cx="11841930" cy="10406096"/>
          </a:xfrm>
          <a:custGeom>
            <a:avLst/>
            <a:gdLst/>
            <a:ahLst/>
            <a:cxnLst/>
            <a:rect r="r" b="b" t="t" l="l"/>
            <a:pathLst>
              <a:path h="10406096" w="11841930">
                <a:moveTo>
                  <a:pt x="0" y="0"/>
                </a:moveTo>
                <a:lnTo>
                  <a:pt x="11841931" y="0"/>
                </a:lnTo>
                <a:lnTo>
                  <a:pt x="11841931" y="10406097"/>
                </a:lnTo>
                <a:lnTo>
                  <a:pt x="0" y="10406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341768">
            <a:off x="-760349" y="5555983"/>
            <a:ext cx="8038681" cy="6913266"/>
          </a:xfrm>
          <a:custGeom>
            <a:avLst/>
            <a:gdLst/>
            <a:ahLst/>
            <a:cxnLst/>
            <a:rect r="r" b="b" t="t" l="l"/>
            <a:pathLst>
              <a:path h="6913266" w="8038681">
                <a:moveTo>
                  <a:pt x="8038681" y="6913265"/>
                </a:moveTo>
                <a:lnTo>
                  <a:pt x="0" y="6913265"/>
                </a:lnTo>
                <a:lnTo>
                  <a:pt x="0" y="0"/>
                </a:lnTo>
                <a:lnTo>
                  <a:pt x="8038681" y="0"/>
                </a:lnTo>
                <a:lnTo>
                  <a:pt x="8038681" y="69132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7705562">
            <a:off x="2979091" y="5555983"/>
            <a:ext cx="8038681" cy="6913266"/>
          </a:xfrm>
          <a:custGeom>
            <a:avLst/>
            <a:gdLst/>
            <a:ahLst/>
            <a:cxnLst/>
            <a:rect r="r" b="b" t="t" l="l"/>
            <a:pathLst>
              <a:path h="6913266" w="8038681">
                <a:moveTo>
                  <a:pt x="0" y="6913265"/>
                </a:moveTo>
                <a:lnTo>
                  <a:pt x="8038681" y="6913265"/>
                </a:lnTo>
                <a:lnTo>
                  <a:pt x="8038681" y="0"/>
                </a:lnTo>
                <a:lnTo>
                  <a:pt x="0" y="0"/>
                </a:lnTo>
                <a:lnTo>
                  <a:pt x="0" y="69132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925492" y="9787914"/>
            <a:ext cx="14243206" cy="4447842"/>
            <a:chOff x="0" y="0"/>
            <a:chExt cx="4322380" cy="13497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2380" cy="1349785"/>
            </a:xfrm>
            <a:custGeom>
              <a:avLst/>
              <a:gdLst/>
              <a:ahLst/>
              <a:cxnLst/>
              <a:rect r="r" b="b" t="t" l="l"/>
              <a:pathLst>
                <a:path h="1349785" w="4322380">
                  <a:moveTo>
                    <a:pt x="2161190" y="0"/>
                  </a:moveTo>
                  <a:cubicBezTo>
                    <a:pt x="967598" y="0"/>
                    <a:pt x="0" y="302160"/>
                    <a:pt x="0" y="674892"/>
                  </a:cubicBezTo>
                  <a:cubicBezTo>
                    <a:pt x="0" y="1047625"/>
                    <a:pt x="967598" y="1349785"/>
                    <a:pt x="2161190" y="1349785"/>
                  </a:cubicBezTo>
                  <a:cubicBezTo>
                    <a:pt x="3354782" y="1349785"/>
                    <a:pt x="4322380" y="1047625"/>
                    <a:pt x="4322380" y="674892"/>
                  </a:cubicBezTo>
                  <a:cubicBezTo>
                    <a:pt x="4322380" y="302160"/>
                    <a:pt x="3354782" y="0"/>
                    <a:pt x="21611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405223" y="88442"/>
              <a:ext cx="3511934" cy="1134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3596" y="9511917"/>
            <a:ext cx="9545031" cy="2266945"/>
          </a:xfrm>
          <a:custGeom>
            <a:avLst/>
            <a:gdLst/>
            <a:ahLst/>
            <a:cxnLst/>
            <a:rect r="r" b="b" t="t" l="l"/>
            <a:pathLst>
              <a:path h="2266945" w="9545031">
                <a:moveTo>
                  <a:pt x="0" y="0"/>
                </a:moveTo>
                <a:lnTo>
                  <a:pt x="9545031" y="0"/>
                </a:lnTo>
                <a:lnTo>
                  <a:pt x="9545031" y="2266945"/>
                </a:lnTo>
                <a:lnTo>
                  <a:pt x="0" y="2266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3607" y="8922306"/>
            <a:ext cx="7625009" cy="2024093"/>
          </a:xfrm>
          <a:custGeom>
            <a:avLst/>
            <a:gdLst/>
            <a:ahLst/>
            <a:cxnLst/>
            <a:rect r="r" b="b" t="t" l="l"/>
            <a:pathLst>
              <a:path h="2024093" w="7625009">
                <a:moveTo>
                  <a:pt x="0" y="0"/>
                </a:moveTo>
                <a:lnTo>
                  <a:pt x="7625009" y="0"/>
                </a:lnTo>
                <a:lnTo>
                  <a:pt x="7625009" y="2024093"/>
                </a:lnTo>
                <a:lnTo>
                  <a:pt x="0" y="2024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94939" y="6340976"/>
            <a:ext cx="5202345" cy="3336004"/>
          </a:xfrm>
          <a:custGeom>
            <a:avLst/>
            <a:gdLst/>
            <a:ahLst/>
            <a:cxnLst/>
            <a:rect r="r" b="b" t="t" l="l"/>
            <a:pathLst>
              <a:path h="3336004" w="5202345">
                <a:moveTo>
                  <a:pt x="0" y="0"/>
                </a:moveTo>
                <a:lnTo>
                  <a:pt x="5202345" y="0"/>
                </a:lnTo>
                <a:lnTo>
                  <a:pt x="5202345" y="3336004"/>
                </a:lnTo>
                <a:lnTo>
                  <a:pt x="0" y="3336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39799" y="6568320"/>
            <a:ext cx="3912626" cy="2451196"/>
            <a:chOff x="0" y="0"/>
            <a:chExt cx="5216834" cy="3268261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11"/>
            <a:srcRect l="0" t="2085" r="0" b="2085"/>
            <a:stretch>
              <a:fillRect/>
            </a:stretch>
          </p:blipFill>
          <p:spPr>
            <a:xfrm flipH="false" flipV="false">
              <a:off x="0" y="0"/>
              <a:ext cx="5216834" cy="3268261"/>
            </a:xfrm>
            <a:prstGeom prst="rect">
              <a:avLst/>
            </a:prstGeom>
          </p:spPr>
        </p:pic>
      </p:grpSp>
      <p:sp>
        <p:nvSpPr>
          <p:cNvPr name="Freeform 13" id="13"/>
          <p:cNvSpPr/>
          <p:nvPr/>
        </p:nvSpPr>
        <p:spPr>
          <a:xfrm flipH="false" flipV="false" rot="0">
            <a:off x="2594939" y="9613684"/>
            <a:ext cx="5202345" cy="845381"/>
          </a:xfrm>
          <a:custGeom>
            <a:avLst/>
            <a:gdLst/>
            <a:ahLst/>
            <a:cxnLst/>
            <a:rect r="r" b="b" t="t" l="l"/>
            <a:pathLst>
              <a:path h="845381" w="5202345">
                <a:moveTo>
                  <a:pt x="0" y="0"/>
                </a:moveTo>
                <a:lnTo>
                  <a:pt x="5202345" y="0"/>
                </a:lnTo>
                <a:lnTo>
                  <a:pt x="5202345" y="845381"/>
                </a:lnTo>
                <a:lnTo>
                  <a:pt x="0" y="8453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657616" y="2656598"/>
            <a:ext cx="4795266" cy="742572"/>
            <a:chOff x="0" y="0"/>
            <a:chExt cx="1395638" cy="216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5638" cy="216122"/>
            </a:xfrm>
            <a:custGeom>
              <a:avLst/>
              <a:gdLst/>
              <a:ahLst/>
              <a:cxnLst/>
              <a:rect r="r" b="b" t="t" l="l"/>
              <a:pathLst>
                <a:path h="216122" w="1395638">
                  <a:moveTo>
                    <a:pt x="79110" y="0"/>
                  </a:moveTo>
                  <a:lnTo>
                    <a:pt x="1316528" y="0"/>
                  </a:lnTo>
                  <a:cubicBezTo>
                    <a:pt x="1337509" y="0"/>
                    <a:pt x="1357631" y="8335"/>
                    <a:pt x="1372467" y="23171"/>
                  </a:cubicBezTo>
                  <a:cubicBezTo>
                    <a:pt x="1387303" y="38007"/>
                    <a:pt x="1395638" y="58129"/>
                    <a:pt x="1395638" y="79110"/>
                  </a:cubicBezTo>
                  <a:lnTo>
                    <a:pt x="1395638" y="137012"/>
                  </a:lnTo>
                  <a:cubicBezTo>
                    <a:pt x="1395638" y="157993"/>
                    <a:pt x="1387303" y="178115"/>
                    <a:pt x="1372467" y="192951"/>
                  </a:cubicBezTo>
                  <a:cubicBezTo>
                    <a:pt x="1357631" y="207787"/>
                    <a:pt x="1337509" y="216122"/>
                    <a:pt x="1316528" y="216122"/>
                  </a:cubicBezTo>
                  <a:lnTo>
                    <a:pt x="79110" y="216122"/>
                  </a:lnTo>
                  <a:cubicBezTo>
                    <a:pt x="58129" y="216122"/>
                    <a:pt x="38007" y="207787"/>
                    <a:pt x="23171" y="192951"/>
                  </a:cubicBezTo>
                  <a:cubicBezTo>
                    <a:pt x="8335" y="178115"/>
                    <a:pt x="0" y="157993"/>
                    <a:pt x="0" y="137012"/>
                  </a:cubicBezTo>
                  <a:lnTo>
                    <a:pt x="0" y="79110"/>
                  </a:lnTo>
                  <a:cubicBezTo>
                    <a:pt x="0" y="58129"/>
                    <a:pt x="8335" y="38007"/>
                    <a:pt x="23171" y="23171"/>
                  </a:cubicBezTo>
                  <a:cubicBezTo>
                    <a:pt x="38007" y="8335"/>
                    <a:pt x="58129" y="0"/>
                    <a:pt x="791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95638" cy="254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52170" y="11283661"/>
            <a:ext cx="3782659" cy="697525"/>
            <a:chOff x="0" y="0"/>
            <a:chExt cx="996256" cy="183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6256" cy="183710"/>
            </a:xfrm>
            <a:custGeom>
              <a:avLst/>
              <a:gdLst/>
              <a:ahLst/>
              <a:cxnLst/>
              <a:rect r="r" b="b" t="t" l="l"/>
              <a:pathLst>
                <a:path h="183710" w="996256">
                  <a:moveTo>
                    <a:pt x="91855" y="0"/>
                  </a:moveTo>
                  <a:lnTo>
                    <a:pt x="904401" y="0"/>
                  </a:lnTo>
                  <a:cubicBezTo>
                    <a:pt x="928762" y="0"/>
                    <a:pt x="952126" y="9678"/>
                    <a:pt x="969352" y="26904"/>
                  </a:cubicBezTo>
                  <a:cubicBezTo>
                    <a:pt x="986578" y="44130"/>
                    <a:pt x="996256" y="67494"/>
                    <a:pt x="996256" y="91855"/>
                  </a:cubicBezTo>
                  <a:lnTo>
                    <a:pt x="996256" y="91855"/>
                  </a:lnTo>
                  <a:cubicBezTo>
                    <a:pt x="996256" y="142585"/>
                    <a:pt x="955131" y="183710"/>
                    <a:pt x="904401" y="183710"/>
                  </a:cubicBezTo>
                  <a:lnTo>
                    <a:pt x="91855" y="183710"/>
                  </a:lnTo>
                  <a:cubicBezTo>
                    <a:pt x="41125" y="183710"/>
                    <a:pt x="0" y="142585"/>
                    <a:pt x="0" y="91855"/>
                  </a:cubicBezTo>
                  <a:lnTo>
                    <a:pt x="0" y="91855"/>
                  </a:lnTo>
                  <a:cubicBezTo>
                    <a:pt x="0" y="41125"/>
                    <a:pt x="41125" y="0"/>
                    <a:pt x="918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0EE9">
                    <a:alpha val="100000"/>
                  </a:srgbClr>
                </a:gs>
                <a:gs pos="100000">
                  <a:srgbClr val="FF00E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6256" cy="221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276141" y="1906383"/>
            <a:ext cx="394092" cy="454940"/>
          </a:xfrm>
          <a:custGeom>
            <a:avLst/>
            <a:gdLst/>
            <a:ahLst/>
            <a:cxnLst/>
            <a:rect r="r" b="b" t="t" l="l"/>
            <a:pathLst>
              <a:path h="454940" w="394092">
                <a:moveTo>
                  <a:pt x="0" y="0"/>
                </a:moveTo>
                <a:lnTo>
                  <a:pt x="394092" y="0"/>
                </a:lnTo>
                <a:lnTo>
                  <a:pt x="394092" y="454940"/>
                </a:lnTo>
                <a:lnTo>
                  <a:pt x="0" y="4549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02657" y="3465845"/>
            <a:ext cx="7905182" cy="139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1"/>
              </a:lnSpc>
            </a:pPr>
            <a:r>
              <a:rPr lang="en-US" b="true" sz="515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Software Solutions Tailored for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2197" y="5063802"/>
            <a:ext cx="8406103" cy="68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48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Your vision deserves more than just code—it needs intelligent, scalable, and future-ready software.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4386610" y="-2382264"/>
            <a:ext cx="5993115" cy="5993115"/>
          </a:xfrm>
          <a:custGeom>
            <a:avLst/>
            <a:gdLst/>
            <a:ahLst/>
            <a:cxnLst/>
            <a:rect r="r" b="b" t="t" l="l"/>
            <a:pathLst>
              <a:path h="5993115" w="5993115">
                <a:moveTo>
                  <a:pt x="0" y="0"/>
                </a:moveTo>
                <a:lnTo>
                  <a:pt x="5993115" y="0"/>
                </a:lnTo>
                <a:lnTo>
                  <a:pt x="5993115" y="5993115"/>
                </a:lnTo>
                <a:lnTo>
                  <a:pt x="0" y="599311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80495" y="-2382264"/>
            <a:ext cx="5993115" cy="5993115"/>
          </a:xfrm>
          <a:custGeom>
            <a:avLst/>
            <a:gdLst/>
            <a:ahLst/>
            <a:cxnLst/>
            <a:rect r="r" b="b" t="t" l="l"/>
            <a:pathLst>
              <a:path h="5993115" w="5993115">
                <a:moveTo>
                  <a:pt x="0" y="0"/>
                </a:moveTo>
                <a:lnTo>
                  <a:pt x="5993115" y="0"/>
                </a:lnTo>
                <a:lnTo>
                  <a:pt x="5993115" y="5993115"/>
                </a:lnTo>
                <a:lnTo>
                  <a:pt x="0" y="599311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7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875103" y="2831505"/>
            <a:ext cx="4360291" cy="3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</a:pPr>
            <a:r>
              <a:rPr lang="en-US" b="true" sz="2842">
                <a:solidFill>
                  <a:srgbClr val="8F0CE8"/>
                </a:solidFill>
                <a:latin typeface="Gotham Bold"/>
                <a:ea typeface="Gotham Bold"/>
                <a:cs typeface="Gotham Bold"/>
                <a:sym typeface="Gotham Bold"/>
              </a:rPr>
              <a:t>Innovate, Build, Scale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86468" y="11349792"/>
            <a:ext cx="3019288" cy="50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  <a:spcBef>
                <a:spcPct val="0"/>
              </a:spcBef>
            </a:pPr>
            <a:r>
              <a:rPr lang="en-US" b="true" sz="297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LEARN MORE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66585" y="1967350"/>
            <a:ext cx="3067771" cy="35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48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Hanover And Tyke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-1422229" y="7621134"/>
            <a:ext cx="4114800" cy="210884"/>
          </a:xfrm>
          <a:custGeom>
            <a:avLst/>
            <a:gdLst/>
            <a:ahLst/>
            <a:cxnLst/>
            <a:rect r="r" b="b" t="t" l="l"/>
            <a:pathLst>
              <a:path h="210884" w="4114800">
                <a:moveTo>
                  <a:pt x="0" y="0"/>
                </a:moveTo>
                <a:lnTo>
                  <a:pt x="4114800" y="0"/>
                </a:lnTo>
                <a:lnTo>
                  <a:pt x="4114800" y="210884"/>
                </a:lnTo>
                <a:lnTo>
                  <a:pt x="0" y="21088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7594429" y="7621134"/>
            <a:ext cx="4114800" cy="210884"/>
          </a:xfrm>
          <a:custGeom>
            <a:avLst/>
            <a:gdLst/>
            <a:ahLst/>
            <a:cxnLst/>
            <a:rect r="r" b="b" t="t" l="l"/>
            <a:pathLst>
              <a:path h="210884" w="4114800">
                <a:moveTo>
                  <a:pt x="4114800" y="0"/>
                </a:moveTo>
                <a:lnTo>
                  <a:pt x="0" y="0"/>
                </a:lnTo>
                <a:lnTo>
                  <a:pt x="0" y="210884"/>
                </a:lnTo>
                <a:lnTo>
                  <a:pt x="4114800" y="210884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DAHG20v3P80</dc:identifier>
  <dcterms:modified xsi:type="dcterms:W3CDTF">2011-08-01T06:04:30Z</dcterms:modified>
  <cp:revision>1</cp:revision>
  <dc:title>Purple And Pink Modern Software Development Instagram Post</dc:title>
</cp:coreProperties>
</file>