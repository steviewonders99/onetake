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287000" cy="12852400"/>
  <p:notesSz cx="6858000" cy="9144000"/>
  <p:embeddedFontLst>
    <p:embeddedFont>
      <p:font typeface="Rosario Bold" charset="1" panose="02000503060000020004"/>
      <p:regular r:id="rId7"/>
    </p:embeddedFont>
    <p:embeddedFont>
      <p:font typeface="Poppins" charset="1" panose="000005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909310" y="4834077"/>
            <a:ext cx="16653620" cy="9221942"/>
          </a:xfrm>
          <a:custGeom>
            <a:avLst/>
            <a:gdLst/>
            <a:ahLst/>
            <a:cxnLst/>
            <a:rect r="r" b="b" t="t" l="l"/>
            <a:pathLst>
              <a:path h="9221942" w="16653620">
                <a:moveTo>
                  <a:pt x="0" y="0"/>
                </a:moveTo>
                <a:lnTo>
                  <a:pt x="16653620" y="0"/>
                </a:lnTo>
                <a:lnTo>
                  <a:pt x="16653620" y="9221943"/>
                </a:lnTo>
                <a:lnTo>
                  <a:pt x="0" y="92219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61579" y="8726165"/>
            <a:ext cx="6963841" cy="1295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2"/>
              </a:lnSpc>
            </a:pPr>
            <a:r>
              <a:rPr lang="en-US" sz="4803" b="true">
                <a:solidFill>
                  <a:srgbClr val="F0EFF1"/>
                </a:solidFill>
                <a:latin typeface="Rosario Bold"/>
                <a:ea typeface="Rosario Bold"/>
                <a:cs typeface="Rosario Bold"/>
                <a:sym typeface="Rosario Bold"/>
              </a:rPr>
              <a:t>Maximize Your Money with Expert Advice! 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3713199" y="9682175"/>
            <a:ext cx="8030408" cy="7026021"/>
          </a:xfrm>
          <a:custGeom>
            <a:avLst/>
            <a:gdLst/>
            <a:ahLst/>
            <a:cxnLst/>
            <a:rect r="r" b="b" t="t" l="l"/>
            <a:pathLst>
              <a:path h="7026021" w="8030408">
                <a:moveTo>
                  <a:pt x="0" y="0"/>
                </a:moveTo>
                <a:lnTo>
                  <a:pt x="8030408" y="0"/>
                </a:lnTo>
                <a:lnTo>
                  <a:pt x="8030408" y="7026021"/>
                </a:lnTo>
                <a:lnTo>
                  <a:pt x="0" y="70260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48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800656" y="3748989"/>
            <a:ext cx="8030408" cy="7026021"/>
          </a:xfrm>
          <a:custGeom>
            <a:avLst/>
            <a:gdLst/>
            <a:ahLst/>
            <a:cxnLst/>
            <a:rect r="r" b="b" t="t" l="l"/>
            <a:pathLst>
              <a:path h="7026021" w="8030408">
                <a:moveTo>
                  <a:pt x="0" y="0"/>
                </a:moveTo>
                <a:lnTo>
                  <a:pt x="8030408" y="0"/>
                </a:lnTo>
                <a:lnTo>
                  <a:pt x="8030408" y="7026021"/>
                </a:lnTo>
                <a:lnTo>
                  <a:pt x="0" y="70260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1000"/>
            </a:blip>
            <a:stretch>
              <a:fillRect l="-1378" t="0" r="-1102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074849" y="2419027"/>
            <a:ext cx="8030408" cy="7026021"/>
          </a:xfrm>
          <a:custGeom>
            <a:avLst/>
            <a:gdLst/>
            <a:ahLst/>
            <a:cxnLst/>
            <a:rect r="r" b="b" t="t" l="l"/>
            <a:pathLst>
              <a:path h="7026021" w="8030408">
                <a:moveTo>
                  <a:pt x="0" y="0"/>
                </a:moveTo>
                <a:lnTo>
                  <a:pt x="8030408" y="0"/>
                </a:lnTo>
                <a:lnTo>
                  <a:pt x="8030408" y="7026021"/>
                </a:lnTo>
                <a:lnTo>
                  <a:pt x="0" y="70260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48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-4872216" y="-5559129"/>
            <a:ext cx="16653620" cy="9221942"/>
          </a:xfrm>
          <a:custGeom>
            <a:avLst/>
            <a:gdLst/>
            <a:ahLst/>
            <a:cxnLst/>
            <a:rect r="r" b="b" t="t" l="l"/>
            <a:pathLst>
              <a:path h="9221942" w="16653620">
                <a:moveTo>
                  <a:pt x="0" y="0"/>
                </a:moveTo>
                <a:lnTo>
                  <a:pt x="16653621" y="0"/>
                </a:lnTo>
                <a:lnTo>
                  <a:pt x="16653621" y="9221942"/>
                </a:lnTo>
                <a:lnTo>
                  <a:pt x="0" y="92219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4931592" y="-4005091"/>
            <a:ext cx="9473579" cy="8288690"/>
          </a:xfrm>
          <a:custGeom>
            <a:avLst/>
            <a:gdLst/>
            <a:ahLst/>
            <a:cxnLst/>
            <a:rect r="r" b="b" t="t" l="l"/>
            <a:pathLst>
              <a:path h="8288690" w="9473579">
                <a:moveTo>
                  <a:pt x="0" y="0"/>
                </a:moveTo>
                <a:lnTo>
                  <a:pt x="9473578" y="0"/>
                </a:lnTo>
                <a:lnTo>
                  <a:pt x="9473578" y="8288690"/>
                </a:lnTo>
                <a:lnTo>
                  <a:pt x="0" y="82886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48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648745" y="7944999"/>
            <a:ext cx="316039" cy="263102"/>
          </a:xfrm>
          <a:custGeom>
            <a:avLst/>
            <a:gdLst/>
            <a:ahLst/>
            <a:cxnLst/>
            <a:rect r="r" b="b" t="t" l="l"/>
            <a:pathLst>
              <a:path h="263102" w="316039">
                <a:moveTo>
                  <a:pt x="0" y="0"/>
                </a:moveTo>
                <a:lnTo>
                  <a:pt x="316039" y="0"/>
                </a:lnTo>
                <a:lnTo>
                  <a:pt x="316039" y="263102"/>
                </a:lnTo>
                <a:lnTo>
                  <a:pt x="0" y="2631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145946" y="7840224"/>
            <a:ext cx="2949724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0EFF1"/>
                </a:solidFill>
                <a:latin typeface="Poppins"/>
                <a:ea typeface="Poppins"/>
                <a:cs typeface="Poppins"/>
                <a:sym typeface="Poppins"/>
              </a:rPr>
              <a:t>Rimberio Finance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DAHG25Nbvlw</dc:identifier>
  <dcterms:modified xsi:type="dcterms:W3CDTF">2011-08-01T06:04:30Z</dcterms:modified>
  <cp:revision>1</cp:revision>
  <dc:title>Blue and Black Simple Financial Consultant Services Instagram Post</dc:title>
</cp:coreProperties>
</file>